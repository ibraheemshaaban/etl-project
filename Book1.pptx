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8576883-DC43-452E-BE6B-F4C8F9176DB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04DEF44-BA69-4E6E-8DE1-0DB8303FD6D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7/13/2026 12:37:58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ncial Market Dashboard - ETL Project" id="2" name="slide2">
            <a:extLst>
              <a:ext uri="{FF2B5EF4-FFF2-40B4-BE49-F238E27FC236}">
                <a16:creationId xmlns:a16="http://schemas.microsoft.com/office/drawing/2014/main" id="{51FC08B6-4F52-4E0B-853C-1185EDF9FE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2026-07-13T09:37:58Z</dcterms:created>
  <dcterms:modified xsi:type="dcterms:W3CDTF">2026-07-13T09:37:58Z</dcterms:modified>
</cp:coreProperties>
</file>